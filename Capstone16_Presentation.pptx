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CAPSTONE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AI Lab Manual and Viva Preparation System</a:t>
            </a:r>
          </a:p>
          <a:p>
            <a:pPr>
              <a:spcAft>
                <a:spcPts val="1400"/>
              </a:spcAft>
              <a:defRPr sz="2200"/>
            </a:pPr>
            <a:r>
              <a:t>ECE |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Lab manuals are lengthy and difficult to revise quickly</a:t>
            </a:r>
          </a:p>
          <a:p>
            <a:pPr>
              <a:spcAft>
                <a:spcPts val="1400"/>
              </a:spcAft>
              <a:defRPr sz="2200"/>
            </a:pPr>
            <a:r>
              <a:t>• AI can summarise theory and create viva practice</a:t>
            </a:r>
          </a:p>
          <a:p>
            <a:pPr>
              <a:spcAft>
                <a:spcPts val="1400"/>
              </a:spcAft>
              <a:defRPr sz="2200"/>
            </a:pPr>
            <a:r>
              <a:t>• Main risk: plausible but incorrect technical answers</a:t>
            </a:r>
          </a:p>
          <a:p>
            <a:pPr>
              <a:spcAft>
                <a:spcPts val="1400"/>
              </a:spcAft>
              <a:defRPr sz="2200"/>
            </a:pPr>
            <a:r>
              <a:t>• Goal: useful study materials with source-based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Five selected ECE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1. PN junction diode V–I characteristics</a:t>
            </a:r>
          </a:p>
          <a:p>
            <a:pPr>
              <a:spcAft>
                <a:spcPts val="1400"/>
              </a:spcAft>
              <a:defRPr sz="2200"/>
            </a:pPr>
            <a:r>
              <a:t>2. Zener diode and voltage regulation</a:t>
            </a:r>
          </a:p>
          <a:p>
            <a:pPr>
              <a:spcAft>
                <a:spcPts val="1400"/>
              </a:spcAft>
              <a:defRPr sz="2200"/>
            </a:pPr>
            <a:r>
              <a:t>3. BJT common-emitter characteristics</a:t>
            </a:r>
          </a:p>
          <a:p>
            <a:pPr>
              <a:spcAft>
                <a:spcPts val="1400"/>
              </a:spcAft>
              <a:defRPr sz="2200"/>
            </a:pPr>
            <a:r>
              <a:t>4. JFET drain and transfer characteristics</a:t>
            </a:r>
          </a:p>
          <a:p>
            <a:pPr>
              <a:spcAft>
                <a:spcPts val="1400"/>
              </a:spcAft>
              <a:defRPr sz="2200"/>
            </a:pPr>
            <a:r>
              <a:t>5. Op-amp inverting and non-inverting amplifiers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Lab manual → AI summary/checklist → 10 viva Q&amp;As per experiment</a:t>
            </a:r>
          </a:p>
          <a:p>
            <a:pPr>
              <a:spcAft>
                <a:spcPts val="1400"/>
              </a:spcAft>
              <a:defRPr sz="2200"/>
            </a:pPr>
            <a:r>
              <a:t>→ manual/textbook verification → approved question bank</a:t>
            </a:r>
          </a:p>
          <a:p>
            <a:pPr>
              <a:spcAft>
                <a:spcPts val="1400"/>
              </a:spcAft>
              <a:defRPr sz="2200"/>
            </a:pPr>
            <a:r>
              <a:t>→ flashcards + practice mode → feedback and revision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Verification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Check formula, polarity, units, ratings and assumptions</a:t>
            </a:r>
          </a:p>
          <a:p>
            <a:pPr>
              <a:spcAft>
                <a:spcPts val="1400"/>
              </a:spcAft>
              <a:defRPr sz="2200"/>
            </a:pPr>
            <a:r>
              <a:t>• Mark each answer PASS / EDIT / HOLD</a:t>
            </a:r>
          </a:p>
          <a:p>
            <a:pPr>
              <a:spcAft>
                <a:spcPts val="1400"/>
              </a:spcAft>
              <a:defRPr sz="2200"/>
            </a:pPr>
            <a:r>
              <a:t>• Pilot with at least 10 real student sessions</a:t>
            </a:r>
          </a:p>
          <a:p>
            <a:pPr>
              <a:spcAft>
                <a:spcPts val="1400"/>
              </a:spcAft>
              <a:defRPr sz="2200"/>
            </a:pPr>
            <a:r>
              <a:t>• Compare pre-test and post-test; report actual results only</a:t>
            </a:r>
          </a:p>
          <a:p>
            <a:pPr>
              <a:spcAft>
                <a:spcPts val="1400"/>
              </a:spcAft>
              <a:defRPr sz="2200"/>
            </a:pPr>
            <a:r>
              <a:t>• Keep source/page references and correction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Responsible AI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AI supports learning; it does not replace the manual or instructor</a:t>
            </a:r>
          </a:p>
          <a:p>
            <a:pPr>
              <a:spcAft>
                <a:spcPts val="1400"/>
              </a:spcAft>
              <a:defRPr sz="2200"/>
            </a:pPr>
            <a:r>
              <a:t>• Do not fabricate sources, verification or pilot results</a:t>
            </a:r>
          </a:p>
          <a:p>
            <a:pPr>
              <a:spcAft>
                <a:spcPts val="1400"/>
              </a:spcAft>
              <a:defRPr sz="2200"/>
            </a:pPr>
            <a:r>
              <a:t>• Protect student privacy and follow college policy</a:t>
            </a:r>
          </a:p>
          <a:p>
            <a:pPr>
              <a:spcAft>
                <a:spcPts val="1400"/>
              </a:spcAft>
              <a:defRPr sz="2200"/>
            </a:pPr>
            <a:r>
              <a:t>• Final deliverables: report, question bank, flashcards, demo and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